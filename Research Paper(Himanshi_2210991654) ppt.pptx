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69" r:id="rId7"/>
    <p:sldId id="270" r:id="rId8"/>
    <p:sldId id="268" r:id="rId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1" y="1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Edge-Based Facial Expression Recognition for Mental Health Monitoring in Higher Education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Himanshi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2210991654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Rajat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9D11AA-0740-23C0-10BD-0170B98C6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09" y="1275526"/>
            <a:ext cx="886022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Mental well-being has emerged as a central challenge in higher education due to academic pressure and digital overload, leading to high demand and delayed appointment cycles at university counseling centers.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Gap in Current Systems: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surveys are too infrequent to catch short-term emotional decline, while modern cloud-based AI introduces unacceptable privacy risks, latency, and bandwidth costs by transmitting sensitive facial video streams.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edge-first Facial Expression Recognition (FER) pipeline designed to perform all inference directly on local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a continuous, privacy-preserving emotional trend monitor that generates early-warning signals for human counselors, functioning strictly as an assistive tool rather than making diagnostic claims.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12D4-D48C-67AF-56C7-7E26184B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5AEF960-093F-E0D6-251C-BF241D6ED23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/>
              <a:t>Operational Barriers of Cloud-Based AI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1FE9E05-99E4-F0F9-D06B-3E5968995E6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1F2408-E859-23E3-DF38-FCFB9F59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86" y="1527334"/>
            <a:ext cx="8765627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Privacy Risks: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Transmitting sensitive student video streams to centralized cloud servers introduces major privacy vulnerabilities and violates confidentiality norms required in mental health settings.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Latency &amp; Bandwidth: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Cloud architectures suffer from variable network latency and high recurring bandwidth costs, making real-time classroom monitoring difficult.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"Welfare Gap":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Most existing Facial Expression Recognition (FER) systems are built for surveillance or engagement analytics, not for non-invasive, privacy-aware student support.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"Operational Gap":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Many benchmarked systems lack practical end-to-end latency testing and deployment strategies for actual constrained edge hardware.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08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B103B-7612-C805-F7A1-C576AA47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0EA4153-6B11-204B-4C66-380CB391418E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/>
              <a:t>Core Research Objectives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664EE95-16B5-F804-03AE-88E6D286F92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B86F65-4FD8-02DC-4F22-AFD0FE677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65" y="1649937"/>
            <a:ext cx="8807669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Edge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Develop a real-time FER system specifically optimized for constrained edge devices used in university environments (like campus workstations or Raspberry Pi-class devices).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Zero Cloud Dependency: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Achieve robust multi-class expression recognition where the raw video never leaves the local device.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Performance Benchmarking: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Quantitatively compare the edge pipeline's latency and classification quality (F1-score) against standard cloud-style workflows.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Human-in-the-Loop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Output interpretable emotion trend summaries and bounded distress indicators designed strictly for human intervention planning, not automated diagnosis.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34726</TotalTime>
  <Words>392</Words>
  <Application>Microsoft Office PowerPoint</Application>
  <PresentationFormat>On-screen Show (4:3)</PresentationFormat>
  <Paragraphs>42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Shivam Aggarwal</cp:lastModifiedBy>
  <cp:revision>2299</cp:revision>
  <dcterms:created xsi:type="dcterms:W3CDTF">2010-04-09T07:36:15Z</dcterms:created>
  <dcterms:modified xsi:type="dcterms:W3CDTF">2026-04-30T06:24:36Z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